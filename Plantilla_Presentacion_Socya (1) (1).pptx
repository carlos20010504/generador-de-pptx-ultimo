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71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6F6636-71C9-4087-809E-8EEBF20D018E}">
  <a:tblStyle styleId="{3E6F6636-71C9-4087-809E-8EEBF20D01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6110745de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6110745de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96110745de_0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Portada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BC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5" name="Google Shape;15;p2"/>
          <p:cNvGrpSpPr/>
          <p:nvPr/>
        </p:nvGrpSpPr>
        <p:grpSpPr>
          <a:xfrm>
            <a:off x="10117144" y="535039"/>
            <a:ext cx="1700021" cy="692365"/>
            <a:chOff x="4524375" y="2767012"/>
            <a:chExt cx="3144202" cy="1322421"/>
          </a:xfrm>
        </p:grpSpPr>
        <p:sp>
          <p:nvSpPr>
            <p:cNvPr id="16" name="Google Shape;16;p2"/>
            <p:cNvSpPr/>
            <p:nvPr/>
          </p:nvSpPr>
          <p:spPr>
            <a:xfrm>
              <a:off x="6051804" y="3009614"/>
              <a:ext cx="1473327" cy="1079819"/>
            </a:xfrm>
            <a:custGeom>
              <a:avLst/>
              <a:gdLst/>
              <a:ahLst/>
              <a:cxnLst/>
              <a:rect l="l" t="t" r="r" b="b"/>
              <a:pathLst>
                <a:path w="1473327" h="1079819" extrusionOk="0">
                  <a:moveTo>
                    <a:pt x="1309116" y="27622"/>
                  </a:moveTo>
                  <a:cubicBezTo>
                    <a:pt x="1263301" y="10858"/>
                    <a:pt x="1191006" y="-7716"/>
                    <a:pt x="1096423" y="3333"/>
                  </a:cubicBezTo>
                  <a:cubicBezTo>
                    <a:pt x="1001554" y="13144"/>
                    <a:pt x="895350" y="77342"/>
                    <a:pt x="818293" y="171830"/>
                  </a:cubicBezTo>
                  <a:cubicBezTo>
                    <a:pt x="739045" y="265175"/>
                    <a:pt x="677894" y="380523"/>
                    <a:pt x="618268" y="498347"/>
                  </a:cubicBezTo>
                  <a:cubicBezTo>
                    <a:pt x="558927" y="616362"/>
                    <a:pt x="505396" y="727042"/>
                    <a:pt x="443389" y="816387"/>
                  </a:cubicBezTo>
                  <a:cubicBezTo>
                    <a:pt x="382048" y="905827"/>
                    <a:pt x="310705" y="972216"/>
                    <a:pt x="236982" y="1006982"/>
                  </a:cubicBezTo>
                  <a:cubicBezTo>
                    <a:pt x="134588" y="1054131"/>
                    <a:pt x="46958" y="1056988"/>
                    <a:pt x="2286" y="1055655"/>
                  </a:cubicBezTo>
                  <a:cubicBezTo>
                    <a:pt x="133541" y="1073181"/>
                    <a:pt x="259556" y="1049368"/>
                    <a:pt x="364426" y="962786"/>
                  </a:cubicBezTo>
                  <a:cubicBezTo>
                    <a:pt x="461772" y="882395"/>
                    <a:pt x="530543" y="773429"/>
                    <a:pt x="590074" y="663511"/>
                  </a:cubicBezTo>
                  <a:cubicBezTo>
                    <a:pt x="652558" y="548258"/>
                    <a:pt x="705993" y="428053"/>
                    <a:pt x="773144" y="315372"/>
                  </a:cubicBezTo>
                  <a:cubicBezTo>
                    <a:pt x="827627" y="223932"/>
                    <a:pt x="896684" y="113632"/>
                    <a:pt x="1001173" y="76009"/>
                  </a:cubicBezTo>
                  <a:cubicBezTo>
                    <a:pt x="1007650" y="73723"/>
                    <a:pt x="1014793" y="72961"/>
                    <a:pt x="1021270" y="70675"/>
                  </a:cubicBezTo>
                  <a:cubicBezTo>
                    <a:pt x="978218" y="86200"/>
                    <a:pt x="941832" y="116109"/>
                    <a:pt x="910685" y="148970"/>
                  </a:cubicBezTo>
                  <a:cubicBezTo>
                    <a:pt x="743712" y="325468"/>
                    <a:pt x="673608" y="571880"/>
                    <a:pt x="542639" y="772858"/>
                  </a:cubicBezTo>
                  <a:cubicBezTo>
                    <a:pt x="476917" y="873727"/>
                    <a:pt x="394525" y="971359"/>
                    <a:pt x="282226" y="1021555"/>
                  </a:cubicBezTo>
                  <a:cubicBezTo>
                    <a:pt x="192881" y="1061465"/>
                    <a:pt x="96298" y="1073276"/>
                    <a:pt x="0" y="1063084"/>
                  </a:cubicBezTo>
                  <a:cubicBezTo>
                    <a:pt x="42958" y="1075562"/>
                    <a:pt x="132017" y="1094136"/>
                    <a:pt x="258128" y="1061751"/>
                  </a:cubicBezTo>
                  <a:cubicBezTo>
                    <a:pt x="348234" y="1036986"/>
                    <a:pt x="444532" y="969739"/>
                    <a:pt x="521875" y="876680"/>
                  </a:cubicBezTo>
                  <a:cubicBezTo>
                    <a:pt x="600456" y="784002"/>
                    <a:pt x="663607" y="669321"/>
                    <a:pt x="723043" y="551020"/>
                  </a:cubicBezTo>
                  <a:cubicBezTo>
                    <a:pt x="782669" y="432910"/>
                    <a:pt x="834866" y="320896"/>
                    <a:pt x="896588" y="232409"/>
                  </a:cubicBezTo>
                  <a:cubicBezTo>
                    <a:pt x="957072" y="143255"/>
                    <a:pt x="1031272" y="83152"/>
                    <a:pt x="1108519" y="60673"/>
                  </a:cubicBezTo>
                  <a:cubicBezTo>
                    <a:pt x="1185482" y="37623"/>
                    <a:pt x="1256443" y="44481"/>
                    <a:pt x="1303496" y="50672"/>
                  </a:cubicBezTo>
                  <a:cubicBezTo>
                    <a:pt x="1351217" y="58006"/>
                    <a:pt x="1413891" y="83629"/>
                    <a:pt x="1473327" y="155733"/>
                  </a:cubicBezTo>
                  <a:cubicBezTo>
                    <a:pt x="1424368" y="71913"/>
                    <a:pt x="1354931" y="45910"/>
                    <a:pt x="1309021" y="275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896070" y="3009567"/>
              <a:ext cx="808196" cy="536018"/>
            </a:xfrm>
            <a:custGeom>
              <a:avLst/>
              <a:gdLst/>
              <a:ahLst/>
              <a:cxnLst/>
              <a:rect l="l" t="t" r="r" b="b"/>
              <a:pathLst>
                <a:path w="808196" h="536018" extrusionOk="0">
                  <a:moveTo>
                    <a:pt x="764953" y="491727"/>
                  </a:moveTo>
                  <a:cubicBezTo>
                    <a:pt x="779240" y="463438"/>
                    <a:pt x="793623" y="435339"/>
                    <a:pt x="808196" y="407717"/>
                  </a:cubicBezTo>
                  <a:cubicBezTo>
                    <a:pt x="762667" y="322373"/>
                    <a:pt x="713804" y="241029"/>
                    <a:pt x="655130" y="171878"/>
                  </a:cubicBezTo>
                  <a:cubicBezTo>
                    <a:pt x="578072" y="77390"/>
                    <a:pt x="471869" y="13191"/>
                    <a:pt x="377000" y="3380"/>
                  </a:cubicBezTo>
                  <a:cubicBezTo>
                    <a:pt x="282416" y="-7764"/>
                    <a:pt x="210122" y="10810"/>
                    <a:pt x="164306" y="27669"/>
                  </a:cubicBezTo>
                  <a:cubicBezTo>
                    <a:pt x="118396" y="46052"/>
                    <a:pt x="48958" y="72056"/>
                    <a:pt x="0" y="155876"/>
                  </a:cubicBezTo>
                  <a:cubicBezTo>
                    <a:pt x="59531" y="83867"/>
                    <a:pt x="122206" y="58244"/>
                    <a:pt x="169831" y="50815"/>
                  </a:cubicBezTo>
                  <a:cubicBezTo>
                    <a:pt x="216979" y="44624"/>
                    <a:pt x="287941" y="37766"/>
                    <a:pt x="364808" y="60816"/>
                  </a:cubicBezTo>
                  <a:cubicBezTo>
                    <a:pt x="441960" y="83295"/>
                    <a:pt x="516160" y="143398"/>
                    <a:pt x="576739" y="232552"/>
                  </a:cubicBezTo>
                  <a:cubicBezTo>
                    <a:pt x="635794" y="317229"/>
                    <a:pt x="686086" y="423528"/>
                    <a:pt x="742664" y="536018"/>
                  </a:cubicBezTo>
                  <a:cubicBezTo>
                    <a:pt x="744379" y="532685"/>
                    <a:pt x="745998" y="529351"/>
                    <a:pt x="747617" y="526112"/>
                  </a:cubicBezTo>
                  <a:lnTo>
                    <a:pt x="764953" y="4916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524375" y="2767012"/>
              <a:ext cx="583120" cy="943641"/>
            </a:xfrm>
            <a:custGeom>
              <a:avLst/>
              <a:gdLst/>
              <a:ahLst/>
              <a:cxnLst/>
              <a:rect l="l" t="t" r="r" b="b"/>
              <a:pathLst>
                <a:path w="583120" h="943641" extrusionOk="0">
                  <a:moveTo>
                    <a:pt x="559594" y="152591"/>
                  </a:moveTo>
                  <a:lnTo>
                    <a:pt x="448247" y="218599"/>
                  </a:lnTo>
                  <a:cubicBezTo>
                    <a:pt x="427387" y="182499"/>
                    <a:pt x="407575" y="158877"/>
                    <a:pt x="388715" y="147923"/>
                  </a:cubicBezTo>
                  <a:cubicBezTo>
                    <a:pt x="369094" y="135350"/>
                    <a:pt x="343757" y="129064"/>
                    <a:pt x="312801" y="129064"/>
                  </a:cubicBezTo>
                  <a:cubicBezTo>
                    <a:pt x="274701" y="129064"/>
                    <a:pt x="243078" y="139827"/>
                    <a:pt x="218027" y="161449"/>
                  </a:cubicBezTo>
                  <a:cubicBezTo>
                    <a:pt x="192881" y="182594"/>
                    <a:pt x="180308" y="209360"/>
                    <a:pt x="180308" y="241649"/>
                  </a:cubicBezTo>
                  <a:cubicBezTo>
                    <a:pt x="180308" y="286036"/>
                    <a:pt x="213265" y="321755"/>
                    <a:pt x="279273" y="348901"/>
                  </a:cubicBezTo>
                  <a:lnTo>
                    <a:pt x="369951" y="386048"/>
                  </a:lnTo>
                  <a:cubicBezTo>
                    <a:pt x="443770" y="415957"/>
                    <a:pt x="497776" y="452342"/>
                    <a:pt x="531876" y="495395"/>
                  </a:cubicBezTo>
                  <a:cubicBezTo>
                    <a:pt x="566071" y="538448"/>
                    <a:pt x="583121" y="591217"/>
                    <a:pt x="583121" y="653701"/>
                  </a:cubicBezTo>
                  <a:cubicBezTo>
                    <a:pt x="583121" y="737426"/>
                    <a:pt x="555212" y="806577"/>
                    <a:pt x="499491" y="861155"/>
                  </a:cubicBezTo>
                  <a:cubicBezTo>
                    <a:pt x="443389" y="916115"/>
                    <a:pt x="373666" y="943642"/>
                    <a:pt x="290322" y="943642"/>
                  </a:cubicBezTo>
                  <a:cubicBezTo>
                    <a:pt x="211550" y="943642"/>
                    <a:pt x="146304" y="920115"/>
                    <a:pt x="94869" y="873252"/>
                  </a:cubicBezTo>
                  <a:cubicBezTo>
                    <a:pt x="44196" y="826294"/>
                    <a:pt x="12573" y="760476"/>
                    <a:pt x="0" y="675704"/>
                  </a:cubicBezTo>
                  <a:lnTo>
                    <a:pt x="139065" y="645033"/>
                  </a:lnTo>
                  <a:cubicBezTo>
                    <a:pt x="145352" y="698468"/>
                    <a:pt x="156305" y="735330"/>
                    <a:pt x="172117" y="755809"/>
                  </a:cubicBezTo>
                  <a:cubicBezTo>
                    <a:pt x="200311" y="795052"/>
                    <a:pt x="241554" y="814673"/>
                    <a:pt x="295751" y="814673"/>
                  </a:cubicBezTo>
                  <a:cubicBezTo>
                    <a:pt x="338519" y="814673"/>
                    <a:pt x="374142" y="800386"/>
                    <a:pt x="402336" y="771715"/>
                  </a:cubicBezTo>
                  <a:cubicBezTo>
                    <a:pt x="430625" y="743045"/>
                    <a:pt x="444722" y="706755"/>
                    <a:pt x="444722" y="662845"/>
                  </a:cubicBezTo>
                  <a:cubicBezTo>
                    <a:pt x="444722" y="645224"/>
                    <a:pt x="442246" y="628936"/>
                    <a:pt x="437388" y="614267"/>
                  </a:cubicBezTo>
                  <a:cubicBezTo>
                    <a:pt x="432435" y="599599"/>
                    <a:pt x="424815" y="585978"/>
                    <a:pt x="414433" y="573691"/>
                  </a:cubicBezTo>
                  <a:cubicBezTo>
                    <a:pt x="403955" y="561308"/>
                    <a:pt x="390525" y="549783"/>
                    <a:pt x="374142" y="539020"/>
                  </a:cubicBezTo>
                  <a:cubicBezTo>
                    <a:pt x="357569" y="528257"/>
                    <a:pt x="338042" y="517970"/>
                    <a:pt x="315182" y="508159"/>
                  </a:cubicBezTo>
                  <a:lnTo>
                    <a:pt x="227457" y="471678"/>
                  </a:lnTo>
                  <a:cubicBezTo>
                    <a:pt x="102965" y="419100"/>
                    <a:pt x="40767" y="342138"/>
                    <a:pt x="40767" y="240983"/>
                  </a:cubicBezTo>
                  <a:cubicBezTo>
                    <a:pt x="40767" y="172688"/>
                    <a:pt x="66866" y="115634"/>
                    <a:pt x="119063" y="69723"/>
                  </a:cubicBezTo>
                  <a:cubicBezTo>
                    <a:pt x="171260" y="23146"/>
                    <a:pt x="236220" y="0"/>
                    <a:pt x="313944" y="0"/>
                  </a:cubicBezTo>
                  <a:cubicBezTo>
                    <a:pt x="418814" y="0"/>
                    <a:pt x="500634" y="50864"/>
                    <a:pt x="559594" y="1525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83028" y="3104482"/>
              <a:ext cx="611981" cy="606075"/>
            </a:xfrm>
            <a:custGeom>
              <a:avLst/>
              <a:gdLst/>
              <a:ahLst/>
              <a:cxnLst/>
              <a:rect l="l" t="t" r="r" b="b"/>
              <a:pathLst>
                <a:path w="611981" h="606075" extrusionOk="0">
                  <a:moveTo>
                    <a:pt x="95" y="298609"/>
                  </a:moveTo>
                  <a:cubicBezTo>
                    <a:pt x="95" y="215741"/>
                    <a:pt x="29718" y="145256"/>
                    <a:pt x="88963" y="87154"/>
                  </a:cubicBezTo>
                  <a:cubicBezTo>
                    <a:pt x="148304" y="29051"/>
                    <a:pt x="220504" y="0"/>
                    <a:pt x="305753" y="0"/>
                  </a:cubicBezTo>
                  <a:cubicBezTo>
                    <a:pt x="391001" y="0"/>
                    <a:pt x="463963" y="29242"/>
                    <a:pt x="523684" y="87821"/>
                  </a:cubicBezTo>
                  <a:cubicBezTo>
                    <a:pt x="582549" y="146304"/>
                    <a:pt x="611981" y="218218"/>
                    <a:pt x="611981" y="303371"/>
                  </a:cubicBezTo>
                  <a:cubicBezTo>
                    <a:pt x="611981" y="388525"/>
                    <a:pt x="582358" y="461486"/>
                    <a:pt x="523018" y="519494"/>
                  </a:cubicBezTo>
                  <a:cubicBezTo>
                    <a:pt x="463296" y="577215"/>
                    <a:pt x="390144" y="606076"/>
                    <a:pt x="303276" y="606076"/>
                  </a:cubicBezTo>
                  <a:cubicBezTo>
                    <a:pt x="216408" y="606076"/>
                    <a:pt x="145256" y="576644"/>
                    <a:pt x="87154" y="517779"/>
                  </a:cubicBezTo>
                  <a:cubicBezTo>
                    <a:pt x="29051" y="459677"/>
                    <a:pt x="0" y="386620"/>
                    <a:pt x="0" y="298704"/>
                  </a:cubicBezTo>
                  <a:moveTo>
                    <a:pt x="135446" y="300990"/>
                  </a:moveTo>
                  <a:cubicBezTo>
                    <a:pt x="135446" y="358331"/>
                    <a:pt x="150781" y="403669"/>
                    <a:pt x="181356" y="437102"/>
                  </a:cubicBezTo>
                  <a:cubicBezTo>
                    <a:pt x="212788" y="470916"/>
                    <a:pt x="254222" y="487775"/>
                    <a:pt x="305657" y="487775"/>
                  </a:cubicBezTo>
                  <a:cubicBezTo>
                    <a:pt x="357092" y="487775"/>
                    <a:pt x="398907" y="471107"/>
                    <a:pt x="429959" y="437674"/>
                  </a:cubicBezTo>
                  <a:cubicBezTo>
                    <a:pt x="460915" y="404336"/>
                    <a:pt x="476536" y="359759"/>
                    <a:pt x="476536" y="303943"/>
                  </a:cubicBezTo>
                  <a:cubicBezTo>
                    <a:pt x="476536" y="248126"/>
                    <a:pt x="460915" y="203645"/>
                    <a:pt x="429959" y="170212"/>
                  </a:cubicBezTo>
                  <a:cubicBezTo>
                    <a:pt x="398526" y="136493"/>
                    <a:pt x="357092" y="119539"/>
                    <a:pt x="305657" y="119539"/>
                  </a:cubicBezTo>
                  <a:cubicBezTo>
                    <a:pt x="254222" y="119539"/>
                    <a:pt x="213931" y="136398"/>
                    <a:pt x="182499" y="170212"/>
                  </a:cubicBezTo>
                  <a:cubicBezTo>
                    <a:pt x="151067" y="204025"/>
                    <a:pt x="135350" y="247650"/>
                    <a:pt x="135350" y="30099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845587" y="3104482"/>
              <a:ext cx="473487" cy="606170"/>
            </a:xfrm>
            <a:custGeom>
              <a:avLst/>
              <a:gdLst/>
              <a:ahLst/>
              <a:cxnLst/>
              <a:rect l="l" t="t" r="r" b="b"/>
              <a:pathLst>
                <a:path w="473487" h="606170" extrusionOk="0">
                  <a:moveTo>
                    <a:pt x="473392" y="40672"/>
                  </a:moveTo>
                  <a:lnTo>
                    <a:pt x="473392" y="216789"/>
                  </a:lnTo>
                  <a:cubicBezTo>
                    <a:pt x="443103" y="179832"/>
                    <a:pt x="416052" y="154591"/>
                    <a:pt x="392144" y="140779"/>
                  </a:cubicBezTo>
                  <a:cubicBezTo>
                    <a:pt x="368617" y="126682"/>
                    <a:pt x="340900" y="119539"/>
                    <a:pt x="309086" y="119539"/>
                  </a:cubicBezTo>
                  <a:cubicBezTo>
                    <a:pt x="259270" y="119539"/>
                    <a:pt x="217837" y="137065"/>
                    <a:pt x="184880" y="171926"/>
                  </a:cubicBezTo>
                  <a:cubicBezTo>
                    <a:pt x="151924" y="206883"/>
                    <a:pt x="135445" y="250698"/>
                    <a:pt x="135445" y="303276"/>
                  </a:cubicBezTo>
                  <a:cubicBezTo>
                    <a:pt x="135445" y="355854"/>
                    <a:pt x="151257" y="401193"/>
                    <a:pt x="183070" y="435864"/>
                  </a:cubicBezTo>
                  <a:cubicBezTo>
                    <a:pt x="215265" y="470440"/>
                    <a:pt x="256318" y="487680"/>
                    <a:pt x="306229" y="487680"/>
                  </a:cubicBezTo>
                  <a:cubicBezTo>
                    <a:pt x="338042" y="487680"/>
                    <a:pt x="366141" y="480822"/>
                    <a:pt x="390430" y="467106"/>
                  </a:cubicBezTo>
                  <a:cubicBezTo>
                    <a:pt x="414052" y="453771"/>
                    <a:pt x="441674" y="427863"/>
                    <a:pt x="473488" y="389382"/>
                  </a:cubicBezTo>
                  <a:lnTo>
                    <a:pt x="473488" y="564356"/>
                  </a:lnTo>
                  <a:cubicBezTo>
                    <a:pt x="419671" y="592169"/>
                    <a:pt x="365855" y="606171"/>
                    <a:pt x="312134" y="606171"/>
                  </a:cubicBezTo>
                  <a:cubicBezTo>
                    <a:pt x="223456" y="606171"/>
                    <a:pt x="149161" y="577501"/>
                    <a:pt x="89535" y="520160"/>
                  </a:cubicBezTo>
                  <a:cubicBezTo>
                    <a:pt x="29813" y="462439"/>
                    <a:pt x="0" y="390811"/>
                    <a:pt x="0" y="305181"/>
                  </a:cubicBezTo>
                  <a:cubicBezTo>
                    <a:pt x="0" y="219551"/>
                    <a:pt x="30194" y="147352"/>
                    <a:pt x="90678" y="88392"/>
                  </a:cubicBezTo>
                  <a:cubicBezTo>
                    <a:pt x="151162" y="29527"/>
                    <a:pt x="225361" y="0"/>
                    <a:pt x="313277" y="0"/>
                  </a:cubicBezTo>
                  <a:cubicBezTo>
                    <a:pt x="369760" y="0"/>
                    <a:pt x="423196" y="13621"/>
                    <a:pt x="473488" y="406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085552" y="3104482"/>
              <a:ext cx="583025" cy="606075"/>
            </a:xfrm>
            <a:custGeom>
              <a:avLst/>
              <a:gdLst/>
              <a:ahLst/>
              <a:cxnLst/>
              <a:rect l="l" t="t" r="r" b="b"/>
              <a:pathLst>
                <a:path w="583025" h="606075" extrusionOk="0">
                  <a:moveTo>
                    <a:pt x="449961" y="15907"/>
                  </a:moveTo>
                  <a:lnTo>
                    <a:pt x="583025" y="15907"/>
                  </a:lnTo>
                  <a:lnTo>
                    <a:pt x="583025" y="589598"/>
                  </a:lnTo>
                  <a:lnTo>
                    <a:pt x="449961" y="589598"/>
                  </a:lnTo>
                  <a:lnTo>
                    <a:pt x="449961" y="529495"/>
                  </a:lnTo>
                  <a:cubicBezTo>
                    <a:pt x="395383" y="580549"/>
                    <a:pt x="336709" y="606076"/>
                    <a:pt x="273844" y="606076"/>
                  </a:cubicBezTo>
                  <a:cubicBezTo>
                    <a:pt x="194596" y="606076"/>
                    <a:pt x="128968" y="577406"/>
                    <a:pt x="77152" y="520065"/>
                  </a:cubicBezTo>
                  <a:cubicBezTo>
                    <a:pt x="25717" y="461582"/>
                    <a:pt x="0" y="388525"/>
                    <a:pt x="0" y="300990"/>
                  </a:cubicBezTo>
                  <a:cubicBezTo>
                    <a:pt x="0" y="213455"/>
                    <a:pt x="25717" y="143351"/>
                    <a:pt x="77152" y="86011"/>
                  </a:cubicBezTo>
                  <a:cubicBezTo>
                    <a:pt x="128588" y="28670"/>
                    <a:pt x="192976" y="0"/>
                    <a:pt x="270319" y="0"/>
                  </a:cubicBezTo>
                  <a:cubicBezTo>
                    <a:pt x="336994" y="0"/>
                    <a:pt x="396907" y="27527"/>
                    <a:pt x="449961" y="82487"/>
                  </a:cubicBezTo>
                  <a:lnTo>
                    <a:pt x="449961" y="15907"/>
                  </a:lnTo>
                  <a:close/>
                  <a:moveTo>
                    <a:pt x="135445" y="300990"/>
                  </a:moveTo>
                  <a:cubicBezTo>
                    <a:pt x="135445" y="356044"/>
                    <a:pt x="150114" y="400717"/>
                    <a:pt x="179546" y="435292"/>
                  </a:cubicBezTo>
                  <a:cubicBezTo>
                    <a:pt x="209836" y="470249"/>
                    <a:pt x="247936" y="487680"/>
                    <a:pt x="293941" y="487680"/>
                  </a:cubicBezTo>
                  <a:cubicBezTo>
                    <a:pt x="342995" y="487680"/>
                    <a:pt x="382619" y="470821"/>
                    <a:pt x="412813" y="437007"/>
                  </a:cubicBezTo>
                  <a:cubicBezTo>
                    <a:pt x="443103" y="402050"/>
                    <a:pt x="458152" y="357664"/>
                    <a:pt x="458152" y="303848"/>
                  </a:cubicBezTo>
                  <a:cubicBezTo>
                    <a:pt x="458152" y="250031"/>
                    <a:pt x="443103" y="205740"/>
                    <a:pt x="412813" y="170783"/>
                  </a:cubicBezTo>
                  <a:cubicBezTo>
                    <a:pt x="382619" y="136589"/>
                    <a:pt x="343376" y="119539"/>
                    <a:pt x="295084" y="119539"/>
                  </a:cubicBezTo>
                  <a:cubicBezTo>
                    <a:pt x="249555" y="119539"/>
                    <a:pt x="211455" y="136874"/>
                    <a:pt x="180784" y="171355"/>
                  </a:cubicBezTo>
                  <a:cubicBezTo>
                    <a:pt x="150590" y="206312"/>
                    <a:pt x="135445" y="249460"/>
                    <a:pt x="135445" y="3008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42925" y="2962369"/>
              <a:ext cx="166878" cy="166782"/>
            </a:xfrm>
            <a:custGeom>
              <a:avLst/>
              <a:gdLst/>
              <a:ahLst/>
              <a:cxnLst/>
              <a:rect l="l" t="t" r="r" b="b"/>
              <a:pathLst>
                <a:path w="166878" h="166782" extrusionOk="0">
                  <a:moveTo>
                    <a:pt x="166878" y="83344"/>
                  </a:moveTo>
                  <a:cubicBezTo>
                    <a:pt x="166878" y="129445"/>
                    <a:pt x="129540" y="166783"/>
                    <a:pt x="83439" y="166783"/>
                  </a:cubicBezTo>
                  <a:cubicBezTo>
                    <a:pt x="37338" y="166783"/>
                    <a:pt x="0" y="129445"/>
                    <a:pt x="0" y="83344"/>
                  </a:cubicBezTo>
                  <a:cubicBezTo>
                    <a:pt x="0" y="37243"/>
                    <a:pt x="37338" y="0"/>
                    <a:pt x="83439" y="0"/>
                  </a:cubicBezTo>
                  <a:cubicBezTo>
                    <a:pt x="129540" y="0"/>
                    <a:pt x="166878" y="37338"/>
                    <a:pt x="166878" y="833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835" y="3365941"/>
            <a:ext cx="6267703" cy="3133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4863" y="4513743"/>
            <a:ext cx="1937440" cy="193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/>
          <p:nvPr/>
        </p:nvSpPr>
        <p:spPr>
          <a:xfrm>
            <a:off x="594600" y="440976"/>
            <a:ext cx="5829735" cy="5829735"/>
          </a:xfrm>
          <a:prstGeom prst="ellipse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7249345" y="3313240"/>
            <a:ext cx="4567819" cy="153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body" idx="2"/>
          </p:nvPr>
        </p:nvSpPr>
        <p:spPr>
          <a:xfrm>
            <a:off x="7249345" y="5064157"/>
            <a:ext cx="2627312" cy="836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pic>
        <p:nvPicPr>
          <p:cNvPr id="28" name="Google Shape;28;p2"/>
          <p:cNvPicPr preferRelativeResize="0"/>
          <p:nvPr/>
        </p:nvPicPr>
        <p:blipFill rotWithShape="1">
          <a:blip r:embed="rId4">
            <a:alphaModFix/>
          </a:blip>
          <a:srcRect l="35159" t="30230"/>
          <a:stretch/>
        </p:blipFill>
        <p:spPr>
          <a:xfrm>
            <a:off x="0" y="0"/>
            <a:ext cx="2320448" cy="2450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xtenso" userDrawn="1">
  <p:cSld name="Texto extens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l="43188"/>
          <a:stretch/>
        </p:blipFill>
        <p:spPr>
          <a:xfrm>
            <a:off x="0" y="163999"/>
            <a:ext cx="1299792" cy="2287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azul" userDrawn="1">
  <p:cSld name="Encabezado de sección azul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351644" cy="695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r="20987"/>
          <a:stretch/>
        </p:blipFill>
        <p:spPr>
          <a:xfrm>
            <a:off x="7549691" y="1287625"/>
            <a:ext cx="4788270" cy="41922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/>
          <p:cNvSpPr>
            <a:spLocks noGrp="1"/>
          </p:cNvSpPr>
          <p:nvPr>
            <p:ph type="body" sz="quarter" idx="10"/>
          </p:nvPr>
        </p:nvSpPr>
        <p:spPr>
          <a:xfrm>
            <a:off x="5003075" y="195263"/>
            <a:ext cx="7188926" cy="6570662"/>
          </a:xfrm>
          <a:prstGeom prst="rect">
            <a:avLst/>
          </a:prstGeom>
        </p:spPr>
        <p:txBody>
          <a:bodyPr/>
          <a:lstStyle/>
          <a:p>
            <a:pPr lvl="0"/>
            <a:endParaRPr lang="es-ES" dirty="0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oscuro" userDrawn="1">
  <p:cSld name="Encabezado de sección oscur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3C49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r="23111"/>
          <a:stretch/>
        </p:blipFill>
        <p:spPr>
          <a:xfrm>
            <a:off x="7549690" y="1284597"/>
            <a:ext cx="4659482" cy="42115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/>
          <p:cNvSpPr>
            <a:spLocks noGrp="1"/>
          </p:cNvSpPr>
          <p:nvPr>
            <p:ph type="body" sz="quarter" idx="10"/>
          </p:nvPr>
        </p:nvSpPr>
        <p:spPr>
          <a:xfrm>
            <a:off x="5316538" y="234950"/>
            <a:ext cx="6740525" cy="641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 smtClean="0"/>
              <a:t>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naranja" userDrawn="1">
  <p:cSld name="Encabezado de sección naranja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8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7" name="Google Shape;47;p6"/>
          <p:cNvPicPr preferRelativeResize="0"/>
          <p:nvPr userDrawn="1"/>
        </p:nvPicPr>
        <p:blipFill rotWithShape="1">
          <a:blip r:embed="rId2">
            <a:alphaModFix/>
          </a:blip>
          <a:srcRect r="23324"/>
          <a:stretch/>
        </p:blipFill>
        <p:spPr>
          <a:xfrm>
            <a:off x="7549690" y="1287625"/>
            <a:ext cx="4646604" cy="41922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/>
          <p:cNvSpPr>
            <a:spLocks noGrp="1"/>
          </p:cNvSpPr>
          <p:nvPr>
            <p:ph type="body" sz="quarter" idx="10"/>
          </p:nvPr>
        </p:nvSpPr>
        <p:spPr>
          <a:xfrm>
            <a:off x="5146766" y="117475"/>
            <a:ext cx="6884897" cy="6635750"/>
          </a:xfrm>
          <a:prstGeom prst="rect">
            <a:avLst/>
          </a:prstGeom>
        </p:spPr>
        <p:txBody>
          <a:bodyPr/>
          <a:lstStyle/>
          <a:p>
            <a:pPr lvl="0"/>
            <a:endParaRPr lang="es-ES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" userDrawn="1">
  <p:cSld name="Contenid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12192000" cy="59242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0"/>
          </p:nvPr>
        </p:nvSpPr>
        <p:spPr>
          <a:xfrm>
            <a:off x="601663" y="169863"/>
            <a:ext cx="11245850" cy="5754687"/>
          </a:xfrm>
          <a:prstGeom prst="rect">
            <a:avLst/>
          </a:prstGeom>
        </p:spPr>
        <p:txBody>
          <a:bodyPr/>
          <a:lstStyle/>
          <a:p>
            <a:pPr lvl="0"/>
            <a:endParaRPr lang="es-ES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0"/>
            <a:ext cx="12192000" cy="588396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8477596" y="817903"/>
            <a:ext cx="3063230" cy="49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9AD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1C9AD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l="29570" t="30316"/>
          <a:stretch/>
        </p:blipFill>
        <p:spPr>
          <a:xfrm>
            <a:off x="-12880" y="-12879"/>
            <a:ext cx="2305785" cy="23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>
            <a:spLocks noGrp="1"/>
          </p:cNvSpPr>
          <p:nvPr>
            <p:ph type="body" idx="2"/>
          </p:nvPr>
        </p:nvSpPr>
        <p:spPr>
          <a:xfrm>
            <a:off x="8477596" y="1442434"/>
            <a:ext cx="3063231" cy="367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575545" y="817903"/>
            <a:ext cx="7622063" cy="429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8"/>
          <p:cNvSpPr>
            <a:spLocks noGrp="1"/>
          </p:cNvSpPr>
          <p:nvPr>
            <p:ph type="media" idx="3"/>
          </p:nvPr>
        </p:nvSpPr>
        <p:spPr>
          <a:xfrm>
            <a:off x="935976" y="1147382"/>
            <a:ext cx="6901200" cy="3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tivo">
  <p:cSld name="Comparativ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0"/>
            <a:ext cx="12192000" cy="585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2" name="Google Shape;62;p9"/>
          <p:cNvPicPr preferRelativeResize="0"/>
          <p:nvPr/>
        </p:nvPicPr>
        <p:blipFill rotWithShape="1">
          <a:blip r:embed="rId2">
            <a:alphaModFix/>
          </a:blip>
          <a:srcRect t="29427" r="40749"/>
          <a:stretch/>
        </p:blipFill>
        <p:spPr>
          <a:xfrm>
            <a:off x="10836409" y="0"/>
            <a:ext cx="1355591" cy="161462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1007983" y="751083"/>
            <a:ext cx="5801855" cy="65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ems 1">
  <p:cSld name="Items 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2176530"/>
            <a:ext cx="12192000" cy="37863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40982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0"/>
          <p:cNvGrpSpPr/>
          <p:nvPr/>
        </p:nvGrpSpPr>
        <p:grpSpPr>
          <a:xfrm>
            <a:off x="685800" y="1632970"/>
            <a:ext cx="10820400" cy="4153328"/>
            <a:chOff x="0" y="-47625"/>
            <a:chExt cx="4274726" cy="1640821"/>
          </a:xfrm>
        </p:grpSpPr>
        <p:sp>
          <p:nvSpPr>
            <p:cNvPr id="68" name="Google Shape;68;p10"/>
            <p:cNvSpPr/>
            <p:nvPr/>
          </p:nvSpPr>
          <p:spPr>
            <a:xfrm>
              <a:off x="0" y="0"/>
              <a:ext cx="4274726" cy="1593196"/>
            </a:xfrm>
            <a:custGeom>
              <a:avLst/>
              <a:gdLst/>
              <a:ahLst/>
              <a:cxnLst/>
              <a:rect l="l" t="t" r="r" b="b"/>
              <a:pathLst>
                <a:path w="4274726" h="1593196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593196"/>
                  </a:lnTo>
                  <a:lnTo>
                    <a:pt x="0" y="1593196"/>
                  </a:lnTo>
                  <a:close/>
                </a:path>
              </a:pathLst>
            </a:custGeom>
            <a:solidFill>
              <a:srgbClr val="FFFFFF">
                <a:alpha val="8862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332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70" name="Google Shape;70;p10"/>
          <p:cNvPicPr preferRelativeResize="0"/>
          <p:nvPr/>
        </p:nvPicPr>
        <p:blipFill rotWithShape="1">
          <a:blip r:embed="rId3">
            <a:alphaModFix/>
          </a:blip>
          <a:srcRect l="33075" b="22826"/>
          <a:stretch/>
        </p:blipFill>
        <p:spPr>
          <a:xfrm rot="10800000">
            <a:off x="10276105" y="0"/>
            <a:ext cx="1915895" cy="2282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007983" y="751083"/>
            <a:ext cx="5801855" cy="65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ems 2">
  <p:cSld name="Items 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BC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2205038" y="2911605"/>
            <a:ext cx="7781924" cy="77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s-CO" sz="8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sz="8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11"/>
          <p:cNvGrpSpPr/>
          <p:nvPr/>
        </p:nvGrpSpPr>
        <p:grpSpPr>
          <a:xfrm>
            <a:off x="4869603" y="5483374"/>
            <a:ext cx="2180131" cy="946741"/>
            <a:chOff x="4524375" y="2767012"/>
            <a:chExt cx="3144202" cy="1322421"/>
          </a:xfrm>
        </p:grpSpPr>
        <p:sp>
          <p:nvSpPr>
            <p:cNvPr id="76" name="Google Shape;76;p11"/>
            <p:cNvSpPr/>
            <p:nvPr/>
          </p:nvSpPr>
          <p:spPr>
            <a:xfrm>
              <a:off x="6051804" y="3009614"/>
              <a:ext cx="1473327" cy="1079819"/>
            </a:xfrm>
            <a:custGeom>
              <a:avLst/>
              <a:gdLst/>
              <a:ahLst/>
              <a:cxnLst/>
              <a:rect l="l" t="t" r="r" b="b"/>
              <a:pathLst>
                <a:path w="1473327" h="1079819" extrusionOk="0">
                  <a:moveTo>
                    <a:pt x="1309116" y="27622"/>
                  </a:moveTo>
                  <a:cubicBezTo>
                    <a:pt x="1263301" y="10858"/>
                    <a:pt x="1191006" y="-7716"/>
                    <a:pt x="1096423" y="3333"/>
                  </a:cubicBezTo>
                  <a:cubicBezTo>
                    <a:pt x="1001554" y="13144"/>
                    <a:pt x="895350" y="77342"/>
                    <a:pt x="818293" y="171830"/>
                  </a:cubicBezTo>
                  <a:cubicBezTo>
                    <a:pt x="739045" y="265175"/>
                    <a:pt x="677894" y="380523"/>
                    <a:pt x="618268" y="498347"/>
                  </a:cubicBezTo>
                  <a:cubicBezTo>
                    <a:pt x="558927" y="616362"/>
                    <a:pt x="505396" y="727042"/>
                    <a:pt x="443389" y="816387"/>
                  </a:cubicBezTo>
                  <a:cubicBezTo>
                    <a:pt x="382048" y="905827"/>
                    <a:pt x="310705" y="972216"/>
                    <a:pt x="236982" y="1006982"/>
                  </a:cubicBezTo>
                  <a:cubicBezTo>
                    <a:pt x="134588" y="1054131"/>
                    <a:pt x="46958" y="1056988"/>
                    <a:pt x="2286" y="1055655"/>
                  </a:cubicBezTo>
                  <a:cubicBezTo>
                    <a:pt x="133541" y="1073181"/>
                    <a:pt x="259556" y="1049368"/>
                    <a:pt x="364426" y="962786"/>
                  </a:cubicBezTo>
                  <a:cubicBezTo>
                    <a:pt x="461772" y="882395"/>
                    <a:pt x="530543" y="773429"/>
                    <a:pt x="590074" y="663511"/>
                  </a:cubicBezTo>
                  <a:cubicBezTo>
                    <a:pt x="652558" y="548258"/>
                    <a:pt x="705993" y="428053"/>
                    <a:pt x="773144" y="315372"/>
                  </a:cubicBezTo>
                  <a:cubicBezTo>
                    <a:pt x="827627" y="223932"/>
                    <a:pt x="896684" y="113632"/>
                    <a:pt x="1001173" y="76009"/>
                  </a:cubicBezTo>
                  <a:cubicBezTo>
                    <a:pt x="1007650" y="73723"/>
                    <a:pt x="1014793" y="72961"/>
                    <a:pt x="1021270" y="70675"/>
                  </a:cubicBezTo>
                  <a:cubicBezTo>
                    <a:pt x="978218" y="86200"/>
                    <a:pt x="941832" y="116109"/>
                    <a:pt x="910685" y="148970"/>
                  </a:cubicBezTo>
                  <a:cubicBezTo>
                    <a:pt x="743712" y="325468"/>
                    <a:pt x="673608" y="571880"/>
                    <a:pt x="542639" y="772858"/>
                  </a:cubicBezTo>
                  <a:cubicBezTo>
                    <a:pt x="476917" y="873727"/>
                    <a:pt x="394525" y="971359"/>
                    <a:pt x="282226" y="1021555"/>
                  </a:cubicBezTo>
                  <a:cubicBezTo>
                    <a:pt x="192881" y="1061465"/>
                    <a:pt x="96298" y="1073276"/>
                    <a:pt x="0" y="1063084"/>
                  </a:cubicBezTo>
                  <a:cubicBezTo>
                    <a:pt x="42958" y="1075562"/>
                    <a:pt x="132017" y="1094136"/>
                    <a:pt x="258128" y="1061751"/>
                  </a:cubicBezTo>
                  <a:cubicBezTo>
                    <a:pt x="348234" y="1036986"/>
                    <a:pt x="444532" y="969739"/>
                    <a:pt x="521875" y="876680"/>
                  </a:cubicBezTo>
                  <a:cubicBezTo>
                    <a:pt x="600456" y="784002"/>
                    <a:pt x="663607" y="669321"/>
                    <a:pt x="723043" y="551020"/>
                  </a:cubicBezTo>
                  <a:cubicBezTo>
                    <a:pt x="782669" y="432910"/>
                    <a:pt x="834866" y="320896"/>
                    <a:pt x="896588" y="232409"/>
                  </a:cubicBezTo>
                  <a:cubicBezTo>
                    <a:pt x="957072" y="143255"/>
                    <a:pt x="1031272" y="83152"/>
                    <a:pt x="1108519" y="60673"/>
                  </a:cubicBezTo>
                  <a:cubicBezTo>
                    <a:pt x="1185482" y="37623"/>
                    <a:pt x="1256443" y="44481"/>
                    <a:pt x="1303496" y="50672"/>
                  </a:cubicBezTo>
                  <a:cubicBezTo>
                    <a:pt x="1351217" y="58006"/>
                    <a:pt x="1413891" y="83629"/>
                    <a:pt x="1473327" y="155733"/>
                  </a:cubicBezTo>
                  <a:cubicBezTo>
                    <a:pt x="1424368" y="71913"/>
                    <a:pt x="1354931" y="45910"/>
                    <a:pt x="1309021" y="275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11"/>
            <p:cNvSpPr/>
            <p:nvPr/>
          </p:nvSpPr>
          <p:spPr>
            <a:xfrm>
              <a:off x="5896070" y="3009567"/>
              <a:ext cx="808196" cy="536018"/>
            </a:xfrm>
            <a:custGeom>
              <a:avLst/>
              <a:gdLst/>
              <a:ahLst/>
              <a:cxnLst/>
              <a:rect l="l" t="t" r="r" b="b"/>
              <a:pathLst>
                <a:path w="808196" h="536018" extrusionOk="0">
                  <a:moveTo>
                    <a:pt x="764953" y="491727"/>
                  </a:moveTo>
                  <a:cubicBezTo>
                    <a:pt x="779240" y="463438"/>
                    <a:pt x="793623" y="435339"/>
                    <a:pt x="808196" y="407717"/>
                  </a:cubicBezTo>
                  <a:cubicBezTo>
                    <a:pt x="762667" y="322373"/>
                    <a:pt x="713804" y="241029"/>
                    <a:pt x="655130" y="171878"/>
                  </a:cubicBezTo>
                  <a:cubicBezTo>
                    <a:pt x="578072" y="77390"/>
                    <a:pt x="471869" y="13191"/>
                    <a:pt x="377000" y="3380"/>
                  </a:cubicBezTo>
                  <a:cubicBezTo>
                    <a:pt x="282416" y="-7764"/>
                    <a:pt x="210122" y="10810"/>
                    <a:pt x="164306" y="27669"/>
                  </a:cubicBezTo>
                  <a:cubicBezTo>
                    <a:pt x="118396" y="46052"/>
                    <a:pt x="48958" y="72056"/>
                    <a:pt x="0" y="155876"/>
                  </a:cubicBezTo>
                  <a:cubicBezTo>
                    <a:pt x="59531" y="83867"/>
                    <a:pt x="122206" y="58244"/>
                    <a:pt x="169831" y="50815"/>
                  </a:cubicBezTo>
                  <a:cubicBezTo>
                    <a:pt x="216979" y="44624"/>
                    <a:pt x="287941" y="37766"/>
                    <a:pt x="364808" y="60816"/>
                  </a:cubicBezTo>
                  <a:cubicBezTo>
                    <a:pt x="441960" y="83295"/>
                    <a:pt x="516160" y="143398"/>
                    <a:pt x="576739" y="232552"/>
                  </a:cubicBezTo>
                  <a:cubicBezTo>
                    <a:pt x="635794" y="317229"/>
                    <a:pt x="686086" y="423528"/>
                    <a:pt x="742664" y="536018"/>
                  </a:cubicBezTo>
                  <a:cubicBezTo>
                    <a:pt x="744379" y="532685"/>
                    <a:pt x="745998" y="529351"/>
                    <a:pt x="747617" y="526112"/>
                  </a:cubicBezTo>
                  <a:lnTo>
                    <a:pt x="764953" y="4916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4524375" y="2767012"/>
              <a:ext cx="583120" cy="943641"/>
            </a:xfrm>
            <a:custGeom>
              <a:avLst/>
              <a:gdLst/>
              <a:ahLst/>
              <a:cxnLst/>
              <a:rect l="l" t="t" r="r" b="b"/>
              <a:pathLst>
                <a:path w="583120" h="943641" extrusionOk="0">
                  <a:moveTo>
                    <a:pt x="559594" y="152591"/>
                  </a:moveTo>
                  <a:lnTo>
                    <a:pt x="448247" y="218599"/>
                  </a:lnTo>
                  <a:cubicBezTo>
                    <a:pt x="427387" y="182499"/>
                    <a:pt x="407575" y="158877"/>
                    <a:pt x="388715" y="147923"/>
                  </a:cubicBezTo>
                  <a:cubicBezTo>
                    <a:pt x="369094" y="135350"/>
                    <a:pt x="343757" y="129064"/>
                    <a:pt x="312801" y="129064"/>
                  </a:cubicBezTo>
                  <a:cubicBezTo>
                    <a:pt x="274701" y="129064"/>
                    <a:pt x="243078" y="139827"/>
                    <a:pt x="218027" y="161449"/>
                  </a:cubicBezTo>
                  <a:cubicBezTo>
                    <a:pt x="192881" y="182594"/>
                    <a:pt x="180308" y="209360"/>
                    <a:pt x="180308" y="241649"/>
                  </a:cubicBezTo>
                  <a:cubicBezTo>
                    <a:pt x="180308" y="286036"/>
                    <a:pt x="213265" y="321755"/>
                    <a:pt x="279273" y="348901"/>
                  </a:cubicBezTo>
                  <a:lnTo>
                    <a:pt x="369951" y="386048"/>
                  </a:lnTo>
                  <a:cubicBezTo>
                    <a:pt x="443770" y="415957"/>
                    <a:pt x="497776" y="452342"/>
                    <a:pt x="531876" y="495395"/>
                  </a:cubicBezTo>
                  <a:cubicBezTo>
                    <a:pt x="566071" y="538448"/>
                    <a:pt x="583121" y="591217"/>
                    <a:pt x="583121" y="653701"/>
                  </a:cubicBezTo>
                  <a:cubicBezTo>
                    <a:pt x="583121" y="737426"/>
                    <a:pt x="555212" y="806577"/>
                    <a:pt x="499491" y="861155"/>
                  </a:cubicBezTo>
                  <a:cubicBezTo>
                    <a:pt x="443389" y="916115"/>
                    <a:pt x="373666" y="943642"/>
                    <a:pt x="290322" y="943642"/>
                  </a:cubicBezTo>
                  <a:cubicBezTo>
                    <a:pt x="211550" y="943642"/>
                    <a:pt x="146304" y="920115"/>
                    <a:pt x="94869" y="873252"/>
                  </a:cubicBezTo>
                  <a:cubicBezTo>
                    <a:pt x="44196" y="826294"/>
                    <a:pt x="12573" y="760476"/>
                    <a:pt x="0" y="675704"/>
                  </a:cubicBezTo>
                  <a:lnTo>
                    <a:pt x="139065" y="645033"/>
                  </a:lnTo>
                  <a:cubicBezTo>
                    <a:pt x="145352" y="698468"/>
                    <a:pt x="156305" y="735330"/>
                    <a:pt x="172117" y="755809"/>
                  </a:cubicBezTo>
                  <a:cubicBezTo>
                    <a:pt x="200311" y="795052"/>
                    <a:pt x="241554" y="814673"/>
                    <a:pt x="295751" y="814673"/>
                  </a:cubicBezTo>
                  <a:cubicBezTo>
                    <a:pt x="338519" y="814673"/>
                    <a:pt x="374142" y="800386"/>
                    <a:pt x="402336" y="771715"/>
                  </a:cubicBezTo>
                  <a:cubicBezTo>
                    <a:pt x="430625" y="743045"/>
                    <a:pt x="444722" y="706755"/>
                    <a:pt x="444722" y="662845"/>
                  </a:cubicBezTo>
                  <a:cubicBezTo>
                    <a:pt x="444722" y="645224"/>
                    <a:pt x="442246" y="628936"/>
                    <a:pt x="437388" y="614267"/>
                  </a:cubicBezTo>
                  <a:cubicBezTo>
                    <a:pt x="432435" y="599599"/>
                    <a:pt x="424815" y="585978"/>
                    <a:pt x="414433" y="573691"/>
                  </a:cubicBezTo>
                  <a:cubicBezTo>
                    <a:pt x="403955" y="561308"/>
                    <a:pt x="390525" y="549783"/>
                    <a:pt x="374142" y="539020"/>
                  </a:cubicBezTo>
                  <a:cubicBezTo>
                    <a:pt x="357569" y="528257"/>
                    <a:pt x="338042" y="517970"/>
                    <a:pt x="315182" y="508159"/>
                  </a:cubicBezTo>
                  <a:lnTo>
                    <a:pt x="227457" y="471678"/>
                  </a:lnTo>
                  <a:cubicBezTo>
                    <a:pt x="102965" y="419100"/>
                    <a:pt x="40767" y="342138"/>
                    <a:pt x="40767" y="240983"/>
                  </a:cubicBezTo>
                  <a:cubicBezTo>
                    <a:pt x="40767" y="172688"/>
                    <a:pt x="66866" y="115634"/>
                    <a:pt x="119063" y="69723"/>
                  </a:cubicBezTo>
                  <a:cubicBezTo>
                    <a:pt x="171260" y="23146"/>
                    <a:pt x="236220" y="0"/>
                    <a:pt x="313944" y="0"/>
                  </a:cubicBezTo>
                  <a:cubicBezTo>
                    <a:pt x="418814" y="0"/>
                    <a:pt x="500634" y="50864"/>
                    <a:pt x="559594" y="1525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5183028" y="3104482"/>
              <a:ext cx="611981" cy="606075"/>
            </a:xfrm>
            <a:custGeom>
              <a:avLst/>
              <a:gdLst/>
              <a:ahLst/>
              <a:cxnLst/>
              <a:rect l="l" t="t" r="r" b="b"/>
              <a:pathLst>
                <a:path w="611981" h="606075" extrusionOk="0">
                  <a:moveTo>
                    <a:pt x="95" y="298609"/>
                  </a:moveTo>
                  <a:cubicBezTo>
                    <a:pt x="95" y="215741"/>
                    <a:pt x="29718" y="145256"/>
                    <a:pt x="88963" y="87154"/>
                  </a:cubicBezTo>
                  <a:cubicBezTo>
                    <a:pt x="148304" y="29051"/>
                    <a:pt x="220504" y="0"/>
                    <a:pt x="305753" y="0"/>
                  </a:cubicBezTo>
                  <a:cubicBezTo>
                    <a:pt x="391001" y="0"/>
                    <a:pt x="463963" y="29242"/>
                    <a:pt x="523684" y="87821"/>
                  </a:cubicBezTo>
                  <a:cubicBezTo>
                    <a:pt x="582549" y="146304"/>
                    <a:pt x="611981" y="218218"/>
                    <a:pt x="611981" y="303371"/>
                  </a:cubicBezTo>
                  <a:cubicBezTo>
                    <a:pt x="611981" y="388525"/>
                    <a:pt x="582358" y="461486"/>
                    <a:pt x="523018" y="519494"/>
                  </a:cubicBezTo>
                  <a:cubicBezTo>
                    <a:pt x="463296" y="577215"/>
                    <a:pt x="390144" y="606076"/>
                    <a:pt x="303276" y="606076"/>
                  </a:cubicBezTo>
                  <a:cubicBezTo>
                    <a:pt x="216408" y="606076"/>
                    <a:pt x="145256" y="576644"/>
                    <a:pt x="87154" y="517779"/>
                  </a:cubicBezTo>
                  <a:cubicBezTo>
                    <a:pt x="29051" y="459677"/>
                    <a:pt x="0" y="386620"/>
                    <a:pt x="0" y="298704"/>
                  </a:cubicBezTo>
                  <a:moveTo>
                    <a:pt x="135446" y="300990"/>
                  </a:moveTo>
                  <a:cubicBezTo>
                    <a:pt x="135446" y="358331"/>
                    <a:pt x="150781" y="403669"/>
                    <a:pt x="181356" y="437102"/>
                  </a:cubicBezTo>
                  <a:cubicBezTo>
                    <a:pt x="212788" y="470916"/>
                    <a:pt x="254222" y="487775"/>
                    <a:pt x="305657" y="487775"/>
                  </a:cubicBezTo>
                  <a:cubicBezTo>
                    <a:pt x="357092" y="487775"/>
                    <a:pt x="398907" y="471107"/>
                    <a:pt x="429959" y="437674"/>
                  </a:cubicBezTo>
                  <a:cubicBezTo>
                    <a:pt x="460915" y="404336"/>
                    <a:pt x="476536" y="359759"/>
                    <a:pt x="476536" y="303943"/>
                  </a:cubicBezTo>
                  <a:cubicBezTo>
                    <a:pt x="476536" y="248126"/>
                    <a:pt x="460915" y="203645"/>
                    <a:pt x="429959" y="170212"/>
                  </a:cubicBezTo>
                  <a:cubicBezTo>
                    <a:pt x="398526" y="136493"/>
                    <a:pt x="357092" y="119539"/>
                    <a:pt x="305657" y="119539"/>
                  </a:cubicBezTo>
                  <a:cubicBezTo>
                    <a:pt x="254222" y="119539"/>
                    <a:pt x="213931" y="136398"/>
                    <a:pt x="182499" y="170212"/>
                  </a:cubicBezTo>
                  <a:cubicBezTo>
                    <a:pt x="151067" y="204025"/>
                    <a:pt x="135350" y="247650"/>
                    <a:pt x="135350" y="30099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5845587" y="3104482"/>
              <a:ext cx="473487" cy="606170"/>
            </a:xfrm>
            <a:custGeom>
              <a:avLst/>
              <a:gdLst/>
              <a:ahLst/>
              <a:cxnLst/>
              <a:rect l="l" t="t" r="r" b="b"/>
              <a:pathLst>
                <a:path w="473487" h="606170" extrusionOk="0">
                  <a:moveTo>
                    <a:pt x="473392" y="40672"/>
                  </a:moveTo>
                  <a:lnTo>
                    <a:pt x="473392" y="216789"/>
                  </a:lnTo>
                  <a:cubicBezTo>
                    <a:pt x="443103" y="179832"/>
                    <a:pt x="416052" y="154591"/>
                    <a:pt x="392144" y="140779"/>
                  </a:cubicBezTo>
                  <a:cubicBezTo>
                    <a:pt x="368617" y="126682"/>
                    <a:pt x="340900" y="119539"/>
                    <a:pt x="309086" y="119539"/>
                  </a:cubicBezTo>
                  <a:cubicBezTo>
                    <a:pt x="259270" y="119539"/>
                    <a:pt x="217837" y="137065"/>
                    <a:pt x="184880" y="171926"/>
                  </a:cubicBezTo>
                  <a:cubicBezTo>
                    <a:pt x="151924" y="206883"/>
                    <a:pt x="135445" y="250698"/>
                    <a:pt x="135445" y="303276"/>
                  </a:cubicBezTo>
                  <a:cubicBezTo>
                    <a:pt x="135445" y="355854"/>
                    <a:pt x="151257" y="401193"/>
                    <a:pt x="183070" y="435864"/>
                  </a:cubicBezTo>
                  <a:cubicBezTo>
                    <a:pt x="215265" y="470440"/>
                    <a:pt x="256318" y="487680"/>
                    <a:pt x="306229" y="487680"/>
                  </a:cubicBezTo>
                  <a:cubicBezTo>
                    <a:pt x="338042" y="487680"/>
                    <a:pt x="366141" y="480822"/>
                    <a:pt x="390430" y="467106"/>
                  </a:cubicBezTo>
                  <a:cubicBezTo>
                    <a:pt x="414052" y="453771"/>
                    <a:pt x="441674" y="427863"/>
                    <a:pt x="473488" y="389382"/>
                  </a:cubicBezTo>
                  <a:lnTo>
                    <a:pt x="473488" y="564356"/>
                  </a:lnTo>
                  <a:cubicBezTo>
                    <a:pt x="419671" y="592169"/>
                    <a:pt x="365855" y="606171"/>
                    <a:pt x="312134" y="606171"/>
                  </a:cubicBezTo>
                  <a:cubicBezTo>
                    <a:pt x="223456" y="606171"/>
                    <a:pt x="149161" y="577501"/>
                    <a:pt x="89535" y="520160"/>
                  </a:cubicBezTo>
                  <a:cubicBezTo>
                    <a:pt x="29813" y="462439"/>
                    <a:pt x="0" y="390811"/>
                    <a:pt x="0" y="305181"/>
                  </a:cubicBezTo>
                  <a:cubicBezTo>
                    <a:pt x="0" y="219551"/>
                    <a:pt x="30194" y="147352"/>
                    <a:pt x="90678" y="88392"/>
                  </a:cubicBezTo>
                  <a:cubicBezTo>
                    <a:pt x="151162" y="29527"/>
                    <a:pt x="225361" y="0"/>
                    <a:pt x="313277" y="0"/>
                  </a:cubicBezTo>
                  <a:cubicBezTo>
                    <a:pt x="369760" y="0"/>
                    <a:pt x="423196" y="13621"/>
                    <a:pt x="473488" y="406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7085552" y="3104482"/>
              <a:ext cx="583025" cy="606075"/>
            </a:xfrm>
            <a:custGeom>
              <a:avLst/>
              <a:gdLst/>
              <a:ahLst/>
              <a:cxnLst/>
              <a:rect l="l" t="t" r="r" b="b"/>
              <a:pathLst>
                <a:path w="583025" h="606075" extrusionOk="0">
                  <a:moveTo>
                    <a:pt x="449961" y="15907"/>
                  </a:moveTo>
                  <a:lnTo>
                    <a:pt x="583025" y="15907"/>
                  </a:lnTo>
                  <a:lnTo>
                    <a:pt x="583025" y="589598"/>
                  </a:lnTo>
                  <a:lnTo>
                    <a:pt x="449961" y="589598"/>
                  </a:lnTo>
                  <a:lnTo>
                    <a:pt x="449961" y="529495"/>
                  </a:lnTo>
                  <a:cubicBezTo>
                    <a:pt x="395383" y="580549"/>
                    <a:pt x="336709" y="606076"/>
                    <a:pt x="273844" y="606076"/>
                  </a:cubicBezTo>
                  <a:cubicBezTo>
                    <a:pt x="194596" y="606076"/>
                    <a:pt x="128968" y="577406"/>
                    <a:pt x="77152" y="520065"/>
                  </a:cubicBezTo>
                  <a:cubicBezTo>
                    <a:pt x="25717" y="461582"/>
                    <a:pt x="0" y="388525"/>
                    <a:pt x="0" y="300990"/>
                  </a:cubicBezTo>
                  <a:cubicBezTo>
                    <a:pt x="0" y="213455"/>
                    <a:pt x="25717" y="143351"/>
                    <a:pt x="77152" y="86011"/>
                  </a:cubicBezTo>
                  <a:cubicBezTo>
                    <a:pt x="128588" y="28670"/>
                    <a:pt x="192976" y="0"/>
                    <a:pt x="270319" y="0"/>
                  </a:cubicBezTo>
                  <a:cubicBezTo>
                    <a:pt x="336994" y="0"/>
                    <a:pt x="396907" y="27527"/>
                    <a:pt x="449961" y="82487"/>
                  </a:cubicBezTo>
                  <a:lnTo>
                    <a:pt x="449961" y="15907"/>
                  </a:lnTo>
                  <a:close/>
                  <a:moveTo>
                    <a:pt x="135445" y="300990"/>
                  </a:moveTo>
                  <a:cubicBezTo>
                    <a:pt x="135445" y="356044"/>
                    <a:pt x="150114" y="400717"/>
                    <a:pt x="179546" y="435292"/>
                  </a:cubicBezTo>
                  <a:cubicBezTo>
                    <a:pt x="209836" y="470249"/>
                    <a:pt x="247936" y="487680"/>
                    <a:pt x="293941" y="487680"/>
                  </a:cubicBezTo>
                  <a:cubicBezTo>
                    <a:pt x="342995" y="487680"/>
                    <a:pt x="382619" y="470821"/>
                    <a:pt x="412813" y="437007"/>
                  </a:cubicBezTo>
                  <a:cubicBezTo>
                    <a:pt x="443103" y="402050"/>
                    <a:pt x="458152" y="357664"/>
                    <a:pt x="458152" y="303848"/>
                  </a:cubicBezTo>
                  <a:cubicBezTo>
                    <a:pt x="458152" y="250031"/>
                    <a:pt x="443103" y="205740"/>
                    <a:pt x="412813" y="170783"/>
                  </a:cubicBezTo>
                  <a:cubicBezTo>
                    <a:pt x="382619" y="136589"/>
                    <a:pt x="343376" y="119539"/>
                    <a:pt x="295084" y="119539"/>
                  </a:cubicBezTo>
                  <a:cubicBezTo>
                    <a:pt x="249555" y="119539"/>
                    <a:pt x="211455" y="136874"/>
                    <a:pt x="180784" y="171355"/>
                  </a:cubicBezTo>
                  <a:cubicBezTo>
                    <a:pt x="150590" y="206312"/>
                    <a:pt x="135445" y="249460"/>
                    <a:pt x="135445" y="3008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6642925" y="2962369"/>
              <a:ext cx="166878" cy="166782"/>
            </a:xfrm>
            <a:custGeom>
              <a:avLst/>
              <a:gdLst/>
              <a:ahLst/>
              <a:cxnLst/>
              <a:rect l="l" t="t" r="r" b="b"/>
              <a:pathLst>
                <a:path w="166878" h="166782" extrusionOk="0">
                  <a:moveTo>
                    <a:pt x="166878" y="83344"/>
                  </a:moveTo>
                  <a:cubicBezTo>
                    <a:pt x="166878" y="129445"/>
                    <a:pt x="129540" y="166783"/>
                    <a:pt x="83439" y="166783"/>
                  </a:cubicBezTo>
                  <a:cubicBezTo>
                    <a:pt x="37338" y="166783"/>
                    <a:pt x="0" y="129445"/>
                    <a:pt x="0" y="83344"/>
                  </a:cubicBezTo>
                  <a:cubicBezTo>
                    <a:pt x="0" y="37243"/>
                    <a:pt x="37338" y="0"/>
                    <a:pt x="83439" y="0"/>
                  </a:cubicBezTo>
                  <a:cubicBezTo>
                    <a:pt x="129540" y="0"/>
                    <a:pt x="166878" y="37338"/>
                    <a:pt x="166878" y="833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83" name="Google Shape;83;p11"/>
          <p:cNvPicPr preferRelativeResize="0"/>
          <p:nvPr/>
        </p:nvPicPr>
        <p:blipFill rotWithShape="1">
          <a:blip r:embed="rId2">
            <a:alphaModFix/>
          </a:blip>
          <a:srcRect l="9479" t="6104" r="9567" b="4041"/>
          <a:stretch/>
        </p:blipFill>
        <p:spPr>
          <a:xfrm>
            <a:off x="-13251" y="185530"/>
            <a:ext cx="12205252" cy="6639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421215" y="6040192"/>
            <a:ext cx="488100" cy="4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 rot="-5400000">
            <a:off x="8929543" y="3047983"/>
            <a:ext cx="54714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Tejemos conexiones para incidir en el cuidado del ser humano y la naturaleza</a:t>
            </a:r>
            <a:endParaRPr sz="1200" b="0">
              <a:solidFill>
                <a:srgbClr val="7474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1"/>
          <p:cNvCxnSpPr/>
          <p:nvPr/>
        </p:nvCxnSpPr>
        <p:spPr>
          <a:xfrm>
            <a:off x="11909315" y="0"/>
            <a:ext cx="0" cy="5795493"/>
          </a:xfrm>
          <a:prstGeom prst="straightConnector1">
            <a:avLst/>
          </a:prstGeom>
          <a:noFill/>
          <a:ln w="19050" cap="flat" cmpd="sng">
            <a:solidFill>
              <a:srgbClr val="76BC2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C2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6543050" y="2676500"/>
            <a:ext cx="5458500" cy="27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s-MX" dirty="0" smtClean="0"/>
              <a:t>TITULO</a:t>
            </a:r>
            <a:endParaRPr dirty="0"/>
          </a:p>
        </p:txBody>
      </p:sp>
      <p:sp>
        <p:nvSpPr>
          <p:cNvPr id="95" name="Google Shape;95;p15"/>
          <p:cNvSpPr txBox="1">
            <a:spLocks noGrp="1"/>
          </p:cNvSpPr>
          <p:nvPr>
            <p:ph type="body" idx="2"/>
          </p:nvPr>
        </p:nvSpPr>
        <p:spPr>
          <a:xfrm>
            <a:off x="9862899" y="6108854"/>
            <a:ext cx="19032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dirty="0" smtClean="0"/>
              <a:t>FECHA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428" y="475737"/>
            <a:ext cx="5834378" cy="577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1458938" y="2637217"/>
            <a:ext cx="633027" cy="67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ctr" rtl="0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6530992" y="2637217"/>
            <a:ext cx="633027" cy="67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ctr" rtl="0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1459655" y="4489477"/>
            <a:ext cx="633027" cy="67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ctr" rtl="0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531709" y="4489477"/>
            <a:ext cx="633027" cy="67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ctr" rtl="0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623560" cy="702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538421">
            <a:off x="-997713" y="-649438"/>
            <a:ext cx="2862732" cy="29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C2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General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Panorámica</PresentationFormat>
  <Paragraphs>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Gothic</vt:lpstr>
      <vt:lpstr>General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Carlos Andres Pinzon Hernandez</cp:lastModifiedBy>
  <cp:revision>3</cp:revision>
  <dcterms:modified xsi:type="dcterms:W3CDTF">2026-04-21T21:52:01Z</dcterms:modified>
</cp:coreProperties>
</file>